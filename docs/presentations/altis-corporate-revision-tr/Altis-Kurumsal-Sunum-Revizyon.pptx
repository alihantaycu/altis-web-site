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5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Master" Target="slideMasters/slideMaster1.xml"/><Relationship Id="rId26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Hero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3" name="Accent bar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2B8CF"/>
          </a:solidFill>
          <a:ln w="12700">
            <a:solidFill>
              <a:srgbClr val="22B8CF"/>
            </a:solidFill>
          </a:ln>
        </p:spPr>
        <p:txBody>
          <a:bodyPr/>
          <a:lstStyle/>
          <a:p/>
        </p:txBody>
      </p:sp>
      <p:sp>
        <p:nvSpPr>
          <p:cNvPr id="4" name="Orange accent"/>
          <p:cNvSpPr/>
          <p:nvPr/>
        </p:nvSpPr>
        <p:spPr>
          <a:xfrm>
            <a:off x="10058400" y="0"/>
            <a:ext cx="1600200" cy="6858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/>
          <a:lstStyle/>
          <a:p/>
        </p:txBody>
      </p:sp>
      <p:sp>
        <p:nvSpPr>
          <p:cNvPr id="5" name="Brand"/>
          <p:cNvSpPr txBox="1"/>
          <p:nvPr/>
        </p:nvSpPr>
        <p:spPr>
          <a:xfrm>
            <a:off x="914400" y="9144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6000" b="1">
                <a:solidFill>
                  <a:srgbClr val="FFFFFF"/>
                </a:solidFill>
                <a:latin typeface="Aptos"/>
              </a:rPr>
              <a:t>Altis</a:t>
            </a:r>
          </a:p>
          <a:p>
            <a:pPr/>
            <a:r>
              <a:rPr lang="tr-TR" sz="6000" b="1">
                <a:solidFill>
                  <a:srgbClr val="FFFFFF"/>
                </a:solidFill>
                <a:latin typeface="Aptos"/>
              </a:rPr>
              <a:t>Teknoloji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914400" y="315468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500">
                <a:solidFill>
                  <a:srgbClr val="FFFFFF"/>
                </a:solidFill>
                <a:latin typeface="Aptos"/>
              </a:rPr>
              <a:t>RFID, IoT, RTLS ve Endüstriyel Yazılım Çözümleri</a:t>
            </a:r>
          </a:p>
        </p:txBody>
      </p:sp>
      <p:sp>
        <p:nvSpPr>
          <p:cNvPr id="7" name="Support"/>
          <p:cNvSpPr txBox="1"/>
          <p:nvPr/>
        </p:nvSpPr>
        <p:spPr>
          <a:xfrm>
            <a:off x="914400" y="5029200"/>
            <a:ext cx="3657600" cy="60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22B8CF"/>
                </a:solidFill>
                <a:latin typeface="Aptos"/>
              </a:rPr>
              <a:t>Kurumsal Tanıtım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02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Biz Kimiz?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Biz Kimiz?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650">
                <a:solidFill>
                  <a:srgbClr val="172033"/>
                </a:solidFill>
                <a:latin typeface="Aptos"/>
              </a:rPr>
              <a:t>2003'ten bu yana Altis Teknoloji; RFID, IoT, RTLS ve endüstriyel entegrasyon projelerinde saha verisini kurumsal karar sistemlerine bağlayan bir teknoloji ve proje firmasıdır.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Depo, üretim, perakende, tekstil ve saha operasyonlarında donanım, yazılım ve entegrasyonu tek proje mimarisi içinde ele alır.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03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İnovasyon Yolculuğu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İnovasyon Yolculuğu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2003: İstanbul'da RFID proje entegrasyonu ve yazılım geliştirme odağıyla kuruluş.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2007: İlk UHF RFID projeleri ve saha entegrasyon deneyimi.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2014: RTLS ve konum görünürlüğü senaryolarında genişleyen yetkinlik.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2020: Bilişim 500 Plus Araştırması'nda 2019 yılı Türkiye'nin en hızlı büyüyen IT şirketi.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2024+: Tag&amp;Trace, Predictivo, Pick-to-Light, Asset Tag &amp; Trace, Rox Card ve TrueScan ile genişleyen platform ekosistemi.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04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Misyon ve Vizyon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Misyon ve Vizyon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Misyonumuz: Saha verisini kurumsal karar sistemlerine bağlamak.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Vizyonumuz: Türkiye'den çıkan güvenilir endüstriyel dijital dönüşüm partneri olmak.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Altis, teknolojiyi tekil ürün teslimatı olarak değil; çalışan, ölçülebilir ve sürdürülebilir operasyon sistemleri olarak tasarlar.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05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Neden Altis Teknoloji?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Neden Altis Teknoloji?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DENEYİM: 2003'ten bu yana farklı sektörlerde saha, yazılım ve entegrasyon deneyimi.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ŞEFFAFLIK: Pilot kapsam, başarı kriteri ve veri akışı baştan netleştirilir.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SÜRDÜRÜLEBİLİRLİK: Mevcut ERP, WMS, MES, SCADA ve saha sistemleriyle birlikte çalışacak mimari kurulur.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VERİMLİLİK: Manuel süreçlerin yerini otomatik veri toplama, izlenebilirlik ve karar destek mekanizmaları alır.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Karşılaştırma güncellemesi: Yüzde ve kesin doğruluk iddiaları yerine "yüksek doğruluk", "daha hızlı sayım", "azalan manuel iş yükü" ve "modüler mimari" ifadeleri kullanılır.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06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Uzmanlık Alanlarımız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Uzmanlık Alanlarımız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01 Endüstriyel IoT ve IIoT: Sensör, makine, sayaç, beacon, SCADA ve operasyon verilerinin izlenmesi.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02 Veri Analitiği: Dashboard, alarm, rapor, OEE, enerji izleme ve kestirimci bakım karar desteği.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03 RFID Sistemleri: Etiket, okuyucu, el terminali, yazıcı, kapı, tünel ve portal projeleri.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04 Endüstriyel Otomasyon: PLC, sensör, SCADA, ERP, WMS ve MES entegrasyonu.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05 Giyilebilir Teknolojiler: Vuzix akıllı gözlük çözümleriyle hands-free saha, bakım ve depo operasyonları.</a:t>
            </a:r>
          </a:p>
          <a:p>
            <a:pPr/>
            <a:r>
              <a:rPr lang="tr-TR" sz="1850" b="1">
                <a:solidFill>
                  <a:srgbClr val="172033"/>
                </a:solidFill>
                <a:latin typeface="Aptos"/>
              </a:rPr>
              <a:t>06 Dijital Kimlik: Rox Card ve dijital kart senaryoları, kurumsal iletişim ihtiyacına göre konumlandırılır.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07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Predictivo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200" b="1">
                <a:solidFill>
                  <a:srgbClr val="101827"/>
                </a:solidFill>
                <a:latin typeface="Aptos"/>
              </a:rPr>
              <a:t>Predictivo: Industrial IoT ve Operasyonel Zeka Platformu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Saha verisi sensörlerde, makinelerde, sayaçlarda, SCADA ekranlarında ve manuel raporlarda dağınık kalır.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Predictivo; sensör, makine, sayaç, beacon, SCADA ve operasyon verilerini dashboard, alarm, rapor ve kural motoruyla karar destek sistemine dönüştürür.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Operasyon ekipleri üretim, enerji, duruş ve bakım verisini tek katmanda izler; aksiyonları daha görünür şekilde yönetir.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08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OEE ve Verimlilik Analizi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OEE, Enerji İzleme ve Üretim Performansı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Duruş, hız kaybı, kalite kaybı ve enerji tüketimi ayrı kaynaklarda kaldığında gerçek kayıp görünmez.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OEE, enerji izleme, duruş analizi, üretim performansı ve alarm yönetimi tek operasyonel görünürlük katmanında gruplanır.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Ekipler kayıp nedenlerini daha hızlı görür, raporlama standartlaşır ve iyileştirme aksiyonları veriye dayalı yürütülür.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09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Kestirimci Bakım Yönetimi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Kestirimci Bakım Yönetimi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Bakım kararları yalnızca takvim veya arıza sonrası müdahaleye bağlı kaldığında plansız duruş riski artar.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Predictivo bakım senaryoları; sensör verisi, geçmiş trendler, alarm eşikleri ve operasyon kayıtlarını birlikte izler.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Planlanmamış duruş riski azalır, bakım takvimi gerçek kullanım verisine göre daha kontrollü yönetilir.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10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Tag&amp;Trace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200" b="1">
                <a:solidFill>
                  <a:srgbClr val="101827"/>
                </a:solidFill>
                <a:latin typeface="Aptos"/>
              </a:rPr>
              <a:t>Tag&amp;Trace: RFID ve Veri Toplama Orkestrasyonu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Farklı okuyucu, sensör ve saha cihazlarından gelen veriler ERP, WMS ve MES sistemlerine güvenilir biçimde aktarılamazsa izlenebilirlik kopar.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Tag&amp;Trace; RFID ve saha veri toplama operasyonları için marka bağımsız edge framework ve orkestrasyon katmanı sağlar.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Cihazlar, iş kuralları ve kurumsal sistem entegrasyonları tek yönetilebilir akışta çalışır.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11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Entegrasyon Yetenekleri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Entegrasyon Kabiliyeti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Sahadaki veri kurumsal sistemlere geç ulaştığında karar, sevkiyat, stok ve üretim akışları manuel kontrole bağımlı kalır.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Tag&amp;Trace ve Altis entegrasyon katmanı; ERP, WMS, MES, SCADA ve veri servisleriyle proje kapsamına göre REST API, web servis, MQTT, OPC UA veya Modbus gibi protokollerle çalışır.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Mevcut sistemler korunur; saha verisi kontrollü, izlenebilir ve ölçeklenebilir biçimde kurumsal süreçlere bağlanır.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12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TrueScan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TrueScan: Endüstriyel Görüntü İşleme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Metal parlama, kirli etiket, düşük kontrast, perspektif bozulması ve hasarlı barkodlar standart okuyucuların zorlandığı sahalar yaratır.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TrueScan, mevcut kamera veya görüntü kaynaklarını yazılım katmanında iyileştirerek zorlu koşullarda daha güvenilir barkod ve 2D kod okuma hedefler.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Pilot sahada ölçülen sonuçlara göre okuma performansı iyileştirilir, manuel kontrol ihtiyacı azaltılır ve entegrasyon kurumsal sisteme bağlanır.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13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Konfeksiyon ve Perakende RFID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Konfeksiyon ve Perakende RFID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Üretim, depo, mağaza ve kasa adımları arasında stok doğruluğu ve ürün izlenebilirliği kopabilir.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RFID etiketleme, tünel ve kapı okuma, el terminali sayımı, sevkiyat doğrulama ve mağaza entegrasyonu uçtan uca kurgulanır.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Ürün hareketleri üretimden mağazaya kadar görünür hale gelir; sayım, sevkiyat ve mağaza operasyonları daha hızlı ve izlenebilir yürür.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14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RFID Depo Yönetimi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WMS Entegrasyonlu RFID Depo Çözümü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Depoda mal kabul, sayım, lokasyon doğrulama ve sevkiyat süreçleri manuel kaldığında zaman kaybı ve hata riski artar.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RFID okuyucu, el terminali, kapı, tünel ve etiket altyapısı WMS veya ERP süreçleriyle entegre çalışacak şekilde tasarlanır.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Mal kabul, sayım ve sevkiyat kontrolleri daha hızlı yapılır; depo operasyonu gerçek zamanlı veriye yaklaşır.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15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Demirbaş Takip Sistemi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Asset Tag &amp; Trace: Demirbaş Yönetimi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Laptop, ekipman, kalıp, fikstür, araç üstü demirbaş ve kritik varlıkların zimmet, lokasyon ve bakım geçmişi dağınık takip edilir.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Asset Tag &amp; Trace; barkod, QR, NFC ve RFID destekli bulut tabanlı demirbaş yönetimi sunar. BLE ve UWB senaryoları uygun altyapıda modüler opsiyon olarak eklenebilir.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Sayım, zimmet, hareket, bakım ve raporlama süreçleri tek merkezden daha görünür yönetilir.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16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RTLS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200" b="1">
                <a:solidFill>
                  <a:srgbClr val="101827"/>
                </a:solidFill>
                <a:latin typeface="Aptos"/>
              </a:rPr>
              <a:t>RTLS: Konumlandırma ve Operasyon Görünürlüğü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Personel, forklift, ekipman ve yarı mamul konumu kapalı alanda görünmediğinde güvenlik, arama süresi ve rota verimliliği zorlaşır.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Uygun altyapıda UWB, BLE ve benzeri teknolojilerle gerçek zamanlı konum, geofence, alarm ve raporlama senaryoları kurulur.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Varlık ve ekipman hareketleri görünür olur; iş güvenliği ve operasyon planlama kararları daha iyi veriye dayanır.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17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Pick-to-Light ve Put-to-Light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Pick-to-Light ve Put-to-Light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Kağıt liste, ekran kontrolü ve manuel doğrulama yoğun toplama süreçlerinde hata ve tempo kaybı yaratır.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P2Cloud Framework ve ışıklı yönlendirme modülleri, WMS veya ERP entegrasyonuyla operatörü doğru lokasyon ve miktara yönlendirir.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Toplama ve yerleştirme süreçleri daha ergonomik, daha kontrollü ve daha izlenebilir hale gelir.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18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Endüstriyel Otomasyon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Endüstriyel Otomasyon ve Saha Entegrasyonu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PLC, sensör, makine ve SCADA verileri kurumsal sistemlerden kopuk kaldığında üretim raporları manuel tamamlanır.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PLC, sensör, SCADA, ERP ve WMS entegrasyonu saha ile kurumsal sistemler arasında güvenilir veri köprüsü olarak tasarlanır.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Üretim adedi, hata kodu, duruş, enerji ve proses verisi karar sistemlerine daha düzenli akar.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19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Kurumsal AI ve RAG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Yeni Nesil AI Yetenekleri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Kurumsal dokümanlar, teknik kılavuzlar ve operasyon kayıtları büyüdükçe doğru bilgiye erişim yavaşlar.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Kurumsal bilgi asistanları ve RAG mimarisi, proje kapsamına göre şirket içi doküman ve veri kaynakları üzerinde kontrollü arama ve yanıt üretme amacıyla konumlandırılır.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Teknik ekipler, operasyon ekipleri ve yöneticiler bilgiyi daha hızlı bulur; çıktıların kapsamı veri kaynağı ve güvenlik modeliyle sınırlandırılır.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20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Veri Güvenliği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Veri Güvenliği ve İzolasyonu</a:t>
            </a:r>
          </a:p>
        </p:txBody>
      </p:sp>
      <p:sp>
        <p:nvSpPr>
          <p:cNvPr id="10" name="Problem card"/>
          <p:cNvSpPr/>
          <p:nvPr/>
        </p:nvSpPr>
        <p:spPr>
          <a:xfrm>
            <a:off x="76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0" name="Problem text"/>
          <p:cNvSpPr txBox="1"/>
          <p:nvPr/>
        </p:nvSpPr>
        <p:spPr>
          <a:xfrm>
            <a:off x="83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Problem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Saha verisi, üretim verisi ve kurumsal dokümanlar farklı sistemlerden geçerken erişim, yetki ve izolasyon net olmalıdır.</a:t>
            </a:r>
          </a:p>
        </p:txBody>
      </p:sp>
      <p:sp>
        <p:nvSpPr>
          <p:cNvPr id="11" name="Altis yaklaşımı card"/>
          <p:cNvSpPr/>
          <p:nvPr/>
        </p:nvSpPr>
        <p:spPr>
          <a:xfrm>
            <a:off x="4572000" y="2057400"/>
            <a:ext cx="3429000" cy="3048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1" name="Altis yaklaşımı text"/>
          <p:cNvSpPr txBox="1"/>
          <p:nvPr/>
        </p:nvSpPr>
        <p:spPr>
          <a:xfrm>
            <a:off x="464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1C4E80"/>
                </a:solidFill>
                <a:latin typeface="Aptos"/>
              </a:rPr>
              <a:t>Altis yaklaşımı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Proje kapsamına göre rol bazlı erişim, güvenli iletişim, on-premise opsiyon, veri izolasyonu ve KVKK odaklı süreç tasarımı değerlendirilir.</a:t>
            </a:r>
          </a:p>
        </p:txBody>
      </p:sp>
      <p:sp>
        <p:nvSpPr>
          <p:cNvPr id="12" name="Çıktı card"/>
          <p:cNvSpPr/>
          <p:nvPr/>
        </p:nvSpPr>
        <p:spPr>
          <a:xfrm>
            <a:off x="8382000" y="2057400"/>
            <a:ext cx="3429000" cy="3048000"/>
          </a:xfrm>
          <a:prstGeom prst="roundRect">
            <a:avLst/>
          </a:prstGeom>
          <a:solidFill>
            <a:srgbClr val="F8FBFC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22" name="Çıktı text"/>
          <p:cNvSpPr txBox="1"/>
          <p:nvPr/>
        </p:nvSpPr>
        <p:spPr>
          <a:xfrm>
            <a:off x="8458200" y="2133600"/>
            <a:ext cx="3276600" cy="289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 b="1">
                <a:solidFill>
                  <a:srgbClr val="F59E0B"/>
                </a:solidFill>
                <a:latin typeface="Aptos"/>
              </a:rPr>
              <a:t>Çıktı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Güvenlik mimarisi ürün vaadi olarak değil, müşterinin altyapısı ve uyum gereksinimleriyle birlikte netleştirilen proje kapsamı olarak yönetilir.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21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Ürün Portföyü ve Çözüm Ortakları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Ürün Portföyü ve Çözüm Ortakları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RFID etiketler, RFID okuyucular, el terminalleri, RFID yazıcılar, RFID perakende ürünleri, Vuzix akıllı gözlükler ve proje bazlı saha ekipmanları.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Altis, kendi ürün ve platformlarını resmi distribütörlük ve çözüm ortaklığı ekosistemiyle birlikte konumlandırır.</a:t>
            </a:r>
          </a:p>
          <a:p>
            <a:pPr/>
            <a:r>
              <a:rPr lang="tr-TR" sz="1650">
                <a:solidFill>
                  <a:srgbClr val="172033"/>
                </a:solidFill>
                <a:latin typeface="Aptos"/>
              </a:rPr>
              <a:t>Partner listesi: Zebra, Honeywell, Vuzix, Stanley Healthcare, Banner, Brady, SATO, Datalogic, Nordic ID, Impinj, Alien, Avery Dennison, Confidex, FEIG, SICK, Siemens, Turck, Xerafy, Novexx Solutions, Unitech, ThingMagic, Smartrac, Omni-ID.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22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Referanslarımız ve Sektörel Çözümler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Referanslarımız ve Sektörel Çözümler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Sektörel Çözümler: Depo &amp; Lojistik, Perakende &amp; Tekstil, Üretim, Sağlık, Demirbaş ve saha operasyonları.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Referans kullanımı: İsimler yalnızca kullanım izni ve doğrulama varsa tutulur. Her referansın yanında çözüm kategorisi yazılır.</a:t>
            </a:r>
          </a:p>
          <a:p>
            <a:pPr/>
            <a:r>
              <a:rPr lang="tr-TR" sz="1650">
                <a:solidFill>
                  <a:srgbClr val="172033"/>
                </a:solidFill>
                <a:latin typeface="Aptos"/>
              </a:rPr>
              <a:t>Örnek kategori eşlemesi: Otomotiv &amp; Sanayi: RTLS, üretim izlenebilirliği, IIoT. Perakende &amp; Tekstil: RFID, mağaza envanteri, lojistik otomasyonu. Sağlık &amp; Diğer: demirbaş, güvenlik, depo ve izlenebilirlik.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" name="Header band"/>
          <p:cNvSpPr/>
          <p:nvPr/>
        </p:nvSpPr>
        <p:spPr>
          <a:xfrm>
            <a:off x="0" y="0"/>
            <a:ext cx="12192000" cy="762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4" name="Slide number"/>
          <p:cNvSpPr txBox="1"/>
          <p:nvPr/>
        </p:nvSpPr>
        <p:spPr>
          <a:xfrm>
            <a:off x="762000" y="15240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 algn="ctr"/>
            <a:r>
              <a:rPr lang="tr-TR" sz="2100" b="1">
                <a:solidFill>
                  <a:srgbClr val="22B8CF"/>
                </a:solidFill>
                <a:latin typeface="Aptos"/>
              </a:rPr>
              <a:t>23</a:t>
            </a:r>
          </a:p>
        </p:txBody>
      </p:sp>
      <p:sp>
        <p:nvSpPr>
          <p:cNvPr id="5" name="Header title"/>
          <p:cNvSpPr txBox="1"/>
          <p:nvPr/>
        </p:nvSpPr>
        <p:spPr>
          <a:xfrm>
            <a:off x="1752600" y="152400"/>
            <a:ext cx="79248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100" b="1">
                <a:solidFill>
                  <a:srgbClr val="FFFFFF"/>
                </a:solidFill>
                <a:latin typeface="Aptos"/>
              </a:rPr>
              <a:t>Sıkça Sorulan Sorular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762000" y="990600"/>
            <a:ext cx="9906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3800" b="1">
                <a:solidFill>
                  <a:srgbClr val="101827"/>
                </a:solidFill>
                <a:latin typeface="Aptos"/>
              </a:rPr>
              <a:t>Sıkça Sorulan Sorular</a:t>
            </a:r>
          </a:p>
        </p:txBody>
      </p:sp>
      <p:sp>
        <p:nvSpPr>
          <p:cNvPr id="7" name="Content card"/>
          <p:cNvSpPr/>
          <p:nvPr/>
        </p:nvSpPr>
        <p:spPr>
          <a:xfrm>
            <a:off x="762000" y="2057400"/>
            <a:ext cx="10668000" cy="3810000"/>
          </a:xfrm>
          <a:prstGeom prst="roundRect">
            <a:avLst/>
          </a:prstGeom>
          <a:solidFill>
            <a:srgbClr val="EEF6F8"/>
          </a:solidFill>
          <a:ln w="12700">
            <a:solidFill>
              <a:srgbClr val="D7E3EA"/>
            </a:solidFill>
          </a:ln>
        </p:spPr>
        <p:txBody>
          <a:bodyPr/>
          <a:lstStyle/>
          <a:p/>
        </p:txBody>
      </p:sp>
      <p:sp>
        <p:nvSpPr>
          <p:cNvPr id="8" name="Content"/>
          <p:cNvSpPr txBox="1"/>
          <p:nvPr/>
        </p:nvSpPr>
        <p:spPr>
          <a:xfrm>
            <a:off x="990600" y="2217420"/>
            <a:ext cx="1013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1650">
                <a:solidFill>
                  <a:srgbClr val="172033"/>
                </a:solidFill>
                <a:latin typeface="Aptos"/>
              </a:rPr>
              <a:t>Sistemler mevcut ERP yazılımımızla entegre olabilir mi? Evet. Entegrasyon kapsamı SAP, Oracle, Microsoft Dynamics, Logo, WMS, MES veya özel sistem mimarinize göre analiz edilir.</a:t>
            </a:r>
          </a:p>
          <a:p>
            <a:pPr/>
            <a:r>
              <a:rPr lang="tr-TR" sz="1650">
                <a:solidFill>
                  <a:srgbClr val="172033"/>
                </a:solidFill>
                <a:latin typeface="Aptos"/>
              </a:rPr>
              <a:t>Donanım tarafında marka bağımlılığı var mı? Hayır. İhtiyaca, saha koşuluna ve mevcut yatırımlara göre uygun RFID, IoT, RTLS veya mobil donanım seçilir.</a:t>
            </a:r>
          </a:p>
          <a:p>
            <a:pPr/>
            <a:r>
              <a:rPr lang="tr-TR" sz="1650">
                <a:solidFill>
                  <a:srgbClr val="172033"/>
                </a:solidFill>
                <a:latin typeface="Aptos"/>
              </a:rPr>
              <a:t>AI çözümlerinde veri güvenliği nasıl ele alınır? Kurumsal bilgi asistanı veya RAG senaryosu varsa erişim, veri izolasyonu ve on-premise opsiyon proje kapsamında netleştirilir.</a:t>
            </a:r>
          </a:p>
          <a:p>
            <a:pPr/>
            <a:r>
              <a:rPr lang="tr-TR" sz="1850">
                <a:solidFill>
                  <a:srgbClr val="172033"/>
                </a:solidFill>
                <a:latin typeface="Aptos"/>
              </a:rPr>
              <a:t>Teknik destek ve bakım süreçleri nasıl işler? Destek modeli proje kapsamı, saha kritiklik seviyesi ve ticari teklif koşullarına göre belirlenir.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/>
            </a:solidFill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2000" y="685800"/>
            <a:ext cx="5334000" cy="762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4200" b="1">
                <a:solidFill>
                  <a:srgbClr val="FFFFFF"/>
                </a:solidFill>
                <a:latin typeface="Aptos"/>
              </a:rPr>
              <a:t>Bize Ulaşın</a:t>
            </a:r>
          </a:p>
        </p:txBody>
      </p:sp>
      <p:sp>
        <p:nvSpPr>
          <p:cNvPr id="4" name="Contact content"/>
          <p:cNvSpPr txBox="1"/>
          <p:nvPr/>
        </p:nvSpPr>
        <p:spPr>
          <a:xfrm>
            <a:off x="762000" y="1836420"/>
            <a:ext cx="9144000" cy="335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050">
                <a:solidFill>
                  <a:srgbClr val="172033"/>
                </a:solidFill>
                <a:latin typeface="Aptos"/>
              </a:rPr>
              <a:t>RFID, IoT, RTLS, görüntü işleme, depo otomasyonu veya saha veri toplama projeniz için Altis Teknoloji ekibiyle keşif görüşmesi planlayın.</a:t>
            </a:r>
          </a:p>
          <a:p>
            <a:pPr/>
            <a:r>
              <a:rPr lang="tr-TR" sz="2050" b="1">
                <a:solidFill>
                  <a:srgbClr val="172033"/>
                </a:solidFill>
                <a:latin typeface="Aptos"/>
              </a:rPr>
              <a:t>Adres: Natoyolu Cad. İlkyaz Sok. Kartal Plaza No: 24-28 Kat: 1 D: 1, 34776 Ümraniye / İstanbul</a:t>
            </a:r>
          </a:p>
          <a:p>
            <a:pPr/>
            <a:r>
              <a:rPr lang="tr-TR" sz="2050" b="1">
                <a:solidFill>
                  <a:srgbClr val="172033"/>
                </a:solidFill>
                <a:latin typeface="Aptos"/>
              </a:rPr>
              <a:t>Telefon &amp; E-posta: +90 216 415 82 55 | info@altis.com.tr</a:t>
            </a:r>
          </a:p>
          <a:p>
            <a:pPr/>
            <a:r>
              <a:rPr lang="tr-TR" sz="2050" b="1">
                <a:solidFill>
                  <a:srgbClr val="172033"/>
                </a:solidFill>
                <a:latin typeface="Aptos"/>
              </a:rPr>
              <a:t>Web: www.altis.com.tr</a:t>
            </a:r>
          </a:p>
          <a:p>
            <a:pPr/>
            <a:r>
              <a:rPr lang="tr-TR" sz="2050">
                <a:solidFill>
                  <a:srgbClr val="172033"/>
                </a:solidFill>
                <a:latin typeface="Aptos"/>
              </a:rPr>
              <a:t>Opsiyonel ikinci ofis bilgisi: BÜDOTEK R&amp;D Office, Dudullu OSB Boğaziçi Üniversitesi Teknopark DES 2. Cadde D: 8, Ümraniye / İstanbul.</a:t>
            </a:r>
          </a:p>
        </p:txBody>
      </p:sp>
      <p:sp>
        <p:nvSpPr>
          <p:cNvPr id="5" name="Web"/>
          <p:cNvSpPr txBox="1"/>
          <p:nvPr/>
        </p:nvSpPr>
        <p:spPr>
          <a:xfrm>
            <a:off x="762000" y="5715000"/>
            <a:ext cx="6400800" cy="609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>
            <a:spAutoFit/>
          </a:bodyPr>
          <a:lstStyle/>
          <a:p>
            <a:pPr/>
            <a:r>
              <a:rPr lang="tr-TR" sz="2500" b="1">
                <a:solidFill>
                  <a:srgbClr val="22B8CF"/>
                </a:solidFill>
                <a:latin typeface="Aptos"/>
              </a:rPr>
              <a:t>www.altis.com.tr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tis">
  <a:themeElements>
    <a:clrScheme name="Altis">
      <a:dk1>
        <a:srgbClr val="101827"/>
      </a:dk1>
      <a:lt1>
        <a:srgbClr val="FFFFFF"/>
      </a:lt1>
      <a:dk2>
        <a:srgbClr val="172033"/>
      </a:dk2>
      <a:lt2>
        <a:srgbClr val="EEF6F8"/>
      </a:lt2>
      <a:accent1>
        <a:srgbClr val="22B8CF"/>
      </a:accent1>
      <a:accent2>
        <a:srgbClr val="F59E0B"/>
      </a:accent2>
      <a:accent3>
        <a:srgbClr val="1C4E80"/>
      </a:accent3>
      <a:accent4>
        <a:srgbClr val="5E6B7C"/>
      </a:accent4>
      <a:accent5>
        <a:srgbClr val="D7E3EA"/>
      </a:accent5>
      <a:accent6>
        <a:srgbClr val="101827"/>
      </a:accent6>
      <a:hlink>
        <a:srgbClr val="1C4E80"/>
      </a:hlink>
      <a:folHlink>
        <a:srgbClr val="5E6B7C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Altis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Altis Web</Application>
  <PresentationFormat>On-screen Show (16:9)</PresentationFormat>
  <Slides>24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Altis Kurumsal Sunum Revizyon</dc:title>
  <dc:creator>Altis Teknoloji</dc:creator>
  <cp:lastModifiedBy>Codex</cp:lastModifiedBy>
  <dcterms:created xsi:type="dcterms:W3CDTF">2026-06-16T11:03:19.484Z</dcterms:created>
  <dcterms:modified xsi:type="dcterms:W3CDTF">2026-06-16T11:03:19.485Z</dcterms:modified>
</cp:coreProperties>
</file>